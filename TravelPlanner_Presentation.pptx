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Welcome! 30 seconds. Introduce yourselves and the project name.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~60 seconds. Walk through each pain point. Stress the API reliability problem — it was a real challenge you faced.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~60 seconds. Go through each feature. Emphasise: no sign-up, no back-end, no API key required.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~90 seconds. Cover the stack briefly, then walk the search flow. Mention the OSM ecosystem decision: free, no key, richer metadata.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~90 seconds. Focus on decisions 1 and 2 — they show real problem-solving thinking.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~2 minutes demo. Follow the checklist on screen. Keep it quick and focused — search → filter → modal → trip list → custom place.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~60 seconds. Quick testing summary, then conclusions. End strong on the API challenge story — it shows adaptability.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Leave 2-3 minutes for questions. Have the website open and ready.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274320"/>
            <a:ext cx="2926080" cy="2926080"/>
          </a:xfrm>
          <a:prstGeom prst="roundRect">
            <a:avLst>
              <a:gd name="adj" fmla="val 12500"/>
            </a:avLst>
          </a:prstGeom>
          <a:solidFill>
            <a:srgbClr val="0D7377">
              <a:alpha val="25000"/>
            </a:srgbClr>
          </a:solidFill>
          <a:ln w="12700">
            <a:solidFill>
              <a:srgbClr val="0D7377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182880"/>
            <a:ext cx="2011680" cy="2011680"/>
          </a:xfrm>
          <a:prstGeom prst="roundRect">
            <a:avLst>
              <a:gd name="adj" fmla="val 18182"/>
            </a:avLst>
          </a:prstGeom>
          <a:solidFill>
            <a:srgbClr val="14A085">
              <a:alpha val="20000"/>
            </a:srgbClr>
          </a:solidFill>
          <a:ln w="12700">
            <a:solidFill>
              <a:srgbClr val="14A085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D7377">
              <a:alpha val="40000"/>
            </a:srgbClr>
          </a:solidFill>
          <a:ln w="12700">
            <a:solidFill>
              <a:srgbClr val="0D7377">
                <a:alpha val="4000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731520" cy="731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37160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Planner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457200" y="2606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places. Build your trip.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Pablo Cervera Moreno  ·  Diego Perez Cuno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4160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Solving — Politechnika Krakowska  ·  2025/2026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2697480" cy="33832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9525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32588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9202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research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2377440"/>
            <a:ext cx="24231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Tourists bounce between Google, TripAdvisor, and maps — no single tool for discovery.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00400" y="1143000"/>
            <a:ext cx="2697480" cy="33832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9525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32588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337560" y="19202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APIs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3337560" y="2377440"/>
            <a:ext cx="24231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 services (e.g. OpenTripMap) changed policies mid-project, making free access unreliable.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080760" y="1143000"/>
            <a:ext cx="2697480" cy="33832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9525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325880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217920" y="19202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personal list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6217920" y="2377440"/>
            <a:ext cx="24231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lightweight way to curate a shortlist of places without creating an account.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zero-setup, fully client-side Travel Planner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i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100% in the browser.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74320" y="1965960"/>
            <a:ext cx="41605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9525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42316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207568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search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60120" y="2423160"/>
            <a:ext cx="3337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any city → instant tourist attraction results via Nominatim + Overpass API (OSM).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754880" y="1965960"/>
            <a:ext cx="41605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9525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42316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40680" y="207568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&amp; Sort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5440680" y="2423160"/>
            <a:ext cx="3337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8 categories (Museums, Nature, Historic…) and sort A→Z without extra API calls.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274320" y="3520440"/>
            <a:ext cx="41605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9525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977640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60120" y="363016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List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960120" y="3977640"/>
            <a:ext cx="3337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favourite places in a persistent list (LocalStorage) — survives page reloads.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4754880" y="3520440"/>
            <a:ext cx="41605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9525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977640"/>
            <a:ext cx="411480" cy="4114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440680" y="363016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Places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5440680" y="3977640"/>
            <a:ext cx="3337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any location manually with name, category and city via a validated form.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3840480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9525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1887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1691640"/>
            <a:ext cx="3566160" cy="475488"/>
          </a:xfrm>
          <a:prstGeom prst="roundRect">
            <a:avLst>
              <a:gd name="adj" fmla="val 9615"/>
            </a:avLst>
          </a:prstGeom>
          <a:solidFill>
            <a:srgbClr val="E8EEF4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73736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CSS / JS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148840" y="173736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front-end, no framework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2286000"/>
            <a:ext cx="356616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33172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Nominatim (OSM)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148840" y="23317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geocoding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2880360"/>
            <a:ext cx="3566160" cy="475488"/>
          </a:xfrm>
          <a:prstGeom prst="roundRect">
            <a:avLst>
              <a:gd name="adj" fmla="val 9615"/>
            </a:avLst>
          </a:prstGeom>
          <a:solidFill>
            <a:srgbClr val="E8EEF4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92608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Overpass API (OSM)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148840" y="292608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 data retrieval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3474720"/>
            <a:ext cx="356616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5204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148840" y="35204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list + 10-min cache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4069080"/>
            <a:ext cx="3566160" cy="475488"/>
          </a:xfrm>
          <a:prstGeom prst="roundRect">
            <a:avLst>
              <a:gd name="adj" fmla="val 9615"/>
            </a:avLst>
          </a:prstGeom>
          <a:solidFill>
            <a:srgbClr val="E8EEF4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1148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Pages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148840" y="41148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hosting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343400" y="1097280"/>
            <a:ext cx="4526280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9525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480560" y="1188720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Flow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480560" y="1737360"/>
            <a:ext cx="411480" cy="41148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80560" y="17556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983480" y="169164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types city name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45152" y="2148840"/>
            <a:ext cx="18288" cy="109728"/>
          </a:xfrm>
          <a:prstGeom prst="rect">
            <a:avLst/>
          </a:prstGeom>
          <a:solidFill>
            <a:srgbClr val="8DA5B8"/>
          </a:solidFill>
          <a:ln w="12700">
            <a:solidFill>
              <a:srgbClr val="8DA5B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480560" y="2267712"/>
            <a:ext cx="411480" cy="41148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80560" y="2286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983480" y="2221992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geocodeCity() → Nominatim → coordinates + bounding box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45152" y="2679192"/>
            <a:ext cx="18288" cy="109728"/>
          </a:xfrm>
          <a:prstGeom prst="rect">
            <a:avLst/>
          </a:prstGeom>
          <a:solidFill>
            <a:srgbClr val="8DA5B8"/>
          </a:solidFill>
          <a:ln w="12700">
            <a:solidFill>
              <a:srgbClr val="8DA5B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480560" y="2798064"/>
            <a:ext cx="411480" cy="41148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480560" y="28163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983480" y="2752344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fetchPlaces() → Overpass API → raw OSM nodes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645152" y="3209544"/>
            <a:ext cx="18288" cy="109728"/>
          </a:xfrm>
          <a:prstGeom prst="rect">
            <a:avLst/>
          </a:prstGeom>
          <a:solidFill>
            <a:srgbClr val="8DA5B8"/>
          </a:solidFill>
          <a:ln w="12700">
            <a:solidFill>
              <a:srgbClr val="8DA5B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480560" y="3328416"/>
            <a:ext cx="411480" cy="41148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480560" y="33467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983480" y="3282696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 → allResults[]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645152" y="3739896"/>
            <a:ext cx="18288" cy="109728"/>
          </a:xfrm>
          <a:prstGeom prst="rect">
            <a:avLst/>
          </a:prstGeom>
          <a:solidFill>
            <a:srgbClr val="8DA5B8"/>
          </a:solidFill>
          <a:ln w="12700">
            <a:solidFill>
              <a:srgbClr val="8DA5B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480560" y="3858768"/>
            <a:ext cx="411480" cy="41148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480560" y="38770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983480" y="3813048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applyFilters() → render cards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645152" y="4270248"/>
            <a:ext cx="18288" cy="109728"/>
          </a:xfrm>
          <a:prstGeom prst="rect">
            <a:avLst/>
          </a:prstGeom>
          <a:solidFill>
            <a:srgbClr val="8DA5B8"/>
          </a:solidFill>
          <a:ln w="12700">
            <a:solidFill>
              <a:srgbClr val="8DA5B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480560" y="4389120"/>
            <a:ext cx="411480" cy="41148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480560" y="44074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4983480" y="434340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result in LocalStorage (TTL 10 min)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Decisions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859536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98448"/>
            <a:ext cx="384048" cy="38404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98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11430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Migrated from OpenTripMap → Overpass API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14630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OpenTripMap changed its policy mid-development. Overpass API (OSM) is genuinely free, needs no registration, and gives richer metadata: opening hours, phone, Wikipedia links.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2057400"/>
            <a:ext cx="8595360" cy="822960"/>
          </a:xfrm>
          <a:prstGeom prst="roundRect">
            <a:avLst>
              <a:gd name="adj" fmla="val 13333"/>
            </a:avLst>
          </a:prstGeom>
          <a:solidFill>
            <a:srgbClr val="F4F8FB"/>
          </a:solidFill>
          <a:ln w="9525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258568"/>
            <a:ext cx="384048" cy="38404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258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21031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filtering — zero extra API calls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24231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load fetches up to 80 nodes across all categories. Category changes run FILTER_MATCHERS predicates on allResults[] in memory — instant feedback, no network round-trip.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3017520"/>
            <a:ext cx="859536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218688"/>
            <a:ext cx="384048" cy="38404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0120" y="30632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 cache with 10-minute TTL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0120" y="33832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key: tp_cache_&lt;city&gt;_&lt;category&gt;. Avoids hammering the Overpass API on repeated searches. Silently ignores write failures (quota / private mode).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3977640"/>
            <a:ext cx="8595360" cy="822960"/>
          </a:xfrm>
          <a:prstGeom prst="roundRect">
            <a:avLst>
              <a:gd name="adj" fmla="val 13333"/>
            </a:avLst>
          </a:prstGeom>
          <a:solidFill>
            <a:srgbClr val="F4F8FB"/>
          </a:solidFill>
          <a:ln w="9525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4178808"/>
            <a:ext cx="384048" cy="38404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178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60120" y="40233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XSS protection via escHtml()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43434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API and user data is HTML-escaped before innerHTML insertion, preventing injection attacks from malicious place names in OSM data.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2286000"/>
            <a:ext cx="3200400" cy="3200400"/>
          </a:xfrm>
          <a:prstGeom prst="ellipse">
            <a:avLst/>
          </a:prstGeom>
          <a:solidFill>
            <a:srgbClr val="0D7377">
              <a:alpha val="20000"/>
            </a:srgbClr>
          </a:solidFill>
          <a:ln w="12700">
            <a:solidFill>
              <a:srgbClr val="0D7377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-457200"/>
            <a:ext cx="2560320" cy="2560320"/>
          </a:xfrm>
          <a:prstGeom prst="ellipse">
            <a:avLst/>
          </a:prstGeom>
          <a:solidFill>
            <a:srgbClr val="14A085">
              <a:alpha val="18000"/>
            </a:srgbClr>
          </a:solidFill>
          <a:ln w="12700">
            <a:solidFill>
              <a:srgbClr val="14A085">
                <a:alpha val="18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64008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8288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457200" y="2880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pablitocm.github.io/travel-planner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2560320" y="3520440"/>
            <a:ext cx="40233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Search for a city (e.g. Kraków)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Filter by category (Museums)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Open a detail modal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Add a place to the Trip List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Add a custom place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Conclusions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114800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9525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887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320040" cy="320040"/>
          </a:xfrm>
          <a:prstGeom prst="ellipse">
            <a:avLst/>
          </a:prstGeom>
          <a:solidFill>
            <a:srgbClr val="14A085"/>
          </a:solidFill>
          <a:ln w="12700">
            <a:solidFill>
              <a:srgbClr val="14A08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737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169164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unit assertions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2039112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sortResults, sortTrip, cache (miss/hit/TTL), kindLabel, duplicate guard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320040" cy="320040"/>
          </a:xfrm>
          <a:prstGeom prst="ellipse">
            <a:avLst/>
          </a:prstGeom>
          <a:solidFill>
            <a:srgbClr val="14A085"/>
          </a:solidFill>
          <a:ln w="12700">
            <a:solidFill>
              <a:srgbClr val="14A08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9260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288036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testing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3227832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Paris, Madrid, Warsaw, Tokyo — filters, sort, Trip List, custom form, modal, cache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1097280"/>
            <a:ext cx="4206240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9525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46320" y="11887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846320" y="1792224"/>
            <a:ext cx="256032" cy="256032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17922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193792" y="1719072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mandatory requirements met — plus extensions (modal, cache, custom form, unit tests)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46320" y="2752344"/>
            <a:ext cx="256032" cy="256032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27523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193792" y="2679192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challenge: OpenTripMap policy change → migrated to Overpass API, richer result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846320" y="3712464"/>
            <a:ext cx="256032" cy="256032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37124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193792" y="3639312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skills gained: API reliability, state management, data normalisation, defensive coding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3657600" cy="3657600"/>
          </a:xfrm>
          <a:prstGeom prst="ellipse">
            <a:avLst/>
          </a:prstGeom>
          <a:solidFill>
            <a:srgbClr val="0D7377">
              <a:alpha val="18000"/>
            </a:srgbClr>
          </a:solidFill>
          <a:ln w="12700">
            <a:solidFill>
              <a:srgbClr val="0D7377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914400"/>
            <a:ext cx="3200400" cy="3200400"/>
          </a:xfrm>
          <a:prstGeom prst="ellipse">
            <a:avLst/>
          </a:prstGeom>
          <a:solidFill>
            <a:srgbClr val="14A085">
              <a:alpha val="20000"/>
            </a:srgbClr>
          </a:solidFill>
          <a:ln w="12700">
            <a:solidFill>
              <a:srgbClr val="14A085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23317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i="1" dirty="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D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pablitocm.github.io/travel-planner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7033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Pablo Cervera Moreno  ·  Diego Perez Cuno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Travel Planner — Problem Solving</dc:title>
  <dc:subject>PptxGenJS Presentation</dc:subject>
  <dc:creator>PptxGenJS</dc:creator>
  <cp:lastModifiedBy>PptxGenJS</cp:lastModifiedBy>
  <cp:revision>1</cp:revision>
  <dcterms:created xsi:type="dcterms:W3CDTF">2026-06-11T14:24:54Z</dcterms:created>
  <dcterms:modified xsi:type="dcterms:W3CDTF">2026-06-11T14:24:54Z</dcterms:modified>
</cp:coreProperties>
</file>